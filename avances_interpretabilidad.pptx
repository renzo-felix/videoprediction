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Interpretabilidad Mecanística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en Modelos de Video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6C1"/>
                </a:solidFill>
              </a:rPr>
              <a:t>Avances: Direction Vectors y Causalidad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82296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</a:rPr>
              <a:t>Equipo: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 Luis Izaguirre  ·  Renzo Felix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</a:rPr>
              <a:t>Asesora: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 Ariana Villegas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</a:rPr>
              <a:t>Universidad: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 UTEC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queremos probar?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</a:rPr>
              <a:t>¿Aprendieron VideoMAEv2 y V-JEPA 2 el concepto de VELOCIDAD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</a:rPr>
              <a:t>de forma implícita, sin supervisión explícita?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0604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260604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Sin supervisión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40864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Los modelos se entrenaron solo con videos, sin etiquetas de velocidad.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0604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874520"/>
            <a:ext cx="260604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745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Dirección geométrica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340864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Si lo aprendieron, existe un vector en sus activaciones que separa videos rápidos de lentos.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60604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874520"/>
            <a:ext cx="260604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745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 Causalidad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340864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Probar que ese vector CAUSA la representación de velocidad, no solo la correlaciona.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Punto de partida: trabajo existente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Resultados obtenidos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Pipeline de videos sintéticos (PyBullet)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3 tamaños × 3 colores × 5 velocidades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Extracción de activaciones (capa 9)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Direction vector: d = mean(fast) – mean(slow)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Transfer testing entre 5 categorías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size, color, shape, material, texture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Baselines: PCA, Ridge, Random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Cross-validation 5-fold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07008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298448"/>
            <a:ext cx="3986784" cy="62179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89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V-JEPA Pearson 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69480" y="13898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0.673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VideoMAE Pearson 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057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0.573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64608" y="2633472"/>
            <a:ext cx="3986784" cy="62179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24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Confound tamaño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27249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r = 0.51–0.73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3924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Mejor PC (V-JEPA)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33924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PC3 r = 0.556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3968496"/>
            <a:ext cx="3986784" cy="62179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0599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Mejor PC (VideoMAE)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0599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PC4 r = 0.865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 gap que faltaba cerrar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 que teníamos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2336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Linear probe accuracy alta en capa 9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Direction vector con r = 0.67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Solo analizábamos UNA capa (la 9)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Solo probábamos CORRELACIÓN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Sin saber si el vector es estable entre capas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 que falta para probar causalidad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207008"/>
            <a:ext cx="402336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98448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¿En cuáles de las 40 capas existe el vector?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¿El vector es estable entre capas consecutivas?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¿Si intervenimos el vector artificialmente, cambia la representación?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CAUSALIDAD: empujar la activación hacia 'rápido' → el modelo debe representar velocidad mayor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Experimento A: Layer-wise Direction Vectors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d_L  =  normalize( mean( acts_rápidas_L )  −  mean( acts_lentas_L ) 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Un solo forward pass por video captura las 40 capas simultáneamente. Si Pearson r &lt; 0, el signo se invierte automáticamente.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0604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26060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 Pearson r por capa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23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¿En qué capa el modelo 'sabe' mejor la velocidad?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Pico esperado en capas medias (12–28)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0604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965960"/>
            <a:ext cx="26060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 Cosine similarity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423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Entre d_L y d_(L+1)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Alta similitud = concepto estable y coherente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965960"/>
            <a:ext cx="26060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 Effect size (Cohen's 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¿Qué tan separados están fast vs slow en el espacio de activaciones?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direction_vectors_layerwise_{model}.pkl  con los 40 vectores d_L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Experimento C: Directional Patching con Alpha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657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82296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un video lento del conjunto de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3657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34416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la capa L, agregar:  h_patched = h_original + α × d_L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3657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86537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el forward pass con la activación modificada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3657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score de velocidad en la capa final (layer 39)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3657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9077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Repetir para  α ∈ { −3, −2, −1, 0, +1, +2, +3 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777240"/>
            <a:ext cx="26060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777240"/>
            <a:ext cx="260604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777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Diferencia clave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120700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Antes: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reemplazaba TODA la activación con la de otro video
</a:t>
            </a:r>
            <a:pPr algn="l"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Ahora: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solo se perturba a lo largo del direction vector (intervención quirúrgica)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85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Métrica clave: Monotonicidad [0, 1]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1.0  →  causalidad FUERTE       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≥ 0.7  →  causalidad PARCIAL    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&lt; 0.7  →  sin evidencia causal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685032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Si la curva score vs alpha 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monotonamente creciente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→ CAUSALIDAD PROBADA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la monotonicidad prueba causalidad?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Correlación (lo que teníamos)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233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4904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"La velocidad está codificada en la capa X"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Observación pasiva: el linear probe tiene alta accuracy, pero no sabemos si esa representación CAUSA el comportamiento del modelo.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1920240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</a:rPr>
              <a:t>vs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Causalidad (lo que probamos)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207008"/>
            <a:ext cx="40233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98448"/>
            <a:ext cx="374904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"Si empujo la representación hacia rápido, el modelo lo representa como rápido"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Intervención activa: al sumar α × d_L y ver que el efecto es proporcional a α, demostramos que la dirección es causalmente relevante.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93008"/>
            <a:ext cx="859536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93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Marco teórico — papers de referencia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TCAV (Kim et al., ICML 2018) — concept activation vectors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Representation Engineering (Zou et al., 2023) — steering via direction vectors en LLMs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Activation Addition (Turner et al., 2023) — alpha scaling causal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Linear Representation Hypothesis (Park et al., 2023) — base teórica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Aplicamos estas técnicas por primera vez a Video Transformers para propiedades físicas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Contribución: lo que implementamos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160520"/>
        </p:xfrm>
        <a:graphic>
          <a:graphicData uri="http://schemas.openxmlformats.org/drawingml/2006/table">
            <a:tbl>
              <a:tblPr/>
              <a:tblGrid>
                <a:gridCol w="3474720"/>
                <a:gridCol w="1920240"/>
                <a:gridCol w="3200400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Funcionalidad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Ahora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Direction vectors por capa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Solo capa 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Las 40 capas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Cosine similarity entre capas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Análisis de estabilidad del vector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Prueba de causalidad con alpha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Sí — Directional Patching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Métrica de monotonicidad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Sí — score [0, 1]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Scripts SLURM para Khipu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Parcial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</a:rPr>
                        <a:t>Completos (RTX A6000)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de ejecución en Khipu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02920" cy="1828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87782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Paso 1: Calcular direction vectors en todas las capas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280160"/>
            <a:ext cx="7863840" cy="420624"/>
          </a:xfrm>
          <a:prstGeom prst="rect">
            <a:avLst/>
          </a:prstGeom>
          <a:solidFill>
            <a:srgbClr val="F4F6F7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8016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sbatch experiments/run_direction_vectors.sh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direction_vectors_layerwise_vjepa.pkl  y  _videomae.pkl   |   Tiempo: ~2–3 h (RTX A6000)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85953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816352"/>
            <a:ext cx="502920" cy="1828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16352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8680" y="288950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Paso 2: Directional Patching — prueba de causalidad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291840"/>
            <a:ext cx="7863840" cy="420624"/>
          </a:xfrm>
          <a:prstGeom prst="rect">
            <a:avLst/>
          </a:prstGeom>
          <a:solidFill>
            <a:srgbClr val="F4F6F7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9184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sbatch experiments/run_directional_patching.sh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7764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directional_patching_vjepa.pkl  +  gráficas PNG   |   Tiempo: ~3–4 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Los scripts corren en g002 con RTX A6000 (48 GB VRAM) vía SLURM, QoS a-investigacion1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esperamos ver?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Resultados esperados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2336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Curva Pearson r con pico en capas medias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Capas 12–28: donde emergen las propiedades físicas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Cosine similarity alta (&gt; 0.7)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Concepto estable y lineal entre capas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Monotonicidad ≥ 0.8 en capas medias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Evidencia causal fuerte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Diferencia V-JEPA vs VideoMAEv2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¿En qué capa emerge antes la velocidad?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Siguientes pasos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207008"/>
            <a:ext cx="402336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98448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Comparar capas críticas V-JEPA vs VideoMAEv2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Extender a otras propiedades físicas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Gravedad, elasticidad, fricción (IntPhys)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Analizar si Attention vs MLP codifica diferente</a:t>
            </a:r>
            <a:endParaRPr lang="en-US" sz="1200" dirty="0"/>
          </a:p>
          <a:p>
            <a:pPr algn="l" lvl="1" marL="6858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¿Cuál componente porta más la física?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Publicar análisis de interpretabilidad mecanística de Video Transformers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Interpretabilidad Mecanística en Modelos de Video</dc:title>
  <dc:subject>PptxGenJS Presentation</dc:subject>
  <dc:creator>PptxGenJS</dc:creator>
  <cp:lastModifiedBy>PptxGenJS</cp:lastModifiedBy>
  <cp:revision>1</cp:revision>
  <dcterms:created xsi:type="dcterms:W3CDTF">2026-04-27T21:35:37Z</dcterms:created>
  <dcterms:modified xsi:type="dcterms:W3CDTF">2026-04-27T21:35:37Z</dcterms:modified>
</cp:coreProperties>
</file>